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1"/>
  </p:notesMasterIdLst>
  <p:handoutMasterIdLst>
    <p:handoutMasterId r:id="rId12"/>
  </p:handoutMasterIdLst>
  <p:sldIdLst>
    <p:sldId id="324" r:id="rId5"/>
    <p:sldId id="302" r:id="rId6"/>
    <p:sldId id="315" r:id="rId7"/>
    <p:sldId id="325" r:id="rId8"/>
    <p:sldId id="326" r:id="rId9"/>
    <p:sldId id="327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BCD7914-43CC-4138-BBA0-66363660CC57}" v="66" dt="2026-04-17T19:00:53.544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5033" autoAdjust="0"/>
  </p:normalViewPr>
  <p:slideViewPr>
    <p:cSldViewPr snapToGrid="0">
      <p:cViewPr varScale="1">
        <p:scale>
          <a:sx n="76" d="100"/>
          <a:sy n="76" d="100"/>
        </p:scale>
        <p:origin x="62" y="197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oang Minh Tam Nguyen" userId="4ec37a6cf9a08297" providerId="LiveId" clId="{2B7666A9-1352-43E0-B177-94483F6E129A}"/>
    <pc:docChg chg="undo custSel addSld delSld modSld">
      <pc:chgData name="Hoang Minh Tam Nguyen" userId="4ec37a6cf9a08297" providerId="LiveId" clId="{2B7666A9-1352-43E0-B177-94483F6E129A}" dt="2026-04-17T19:03:33.565" v="80" actId="680"/>
      <pc:docMkLst>
        <pc:docMk/>
      </pc:docMkLst>
      <pc:sldChg chg="del">
        <pc:chgData name="Hoang Minh Tam Nguyen" userId="4ec37a6cf9a08297" providerId="LiveId" clId="{2B7666A9-1352-43E0-B177-94483F6E129A}" dt="2026-04-17T18:59:54.165" v="58" actId="47"/>
        <pc:sldMkLst>
          <pc:docMk/>
          <pc:sldMk cId="25800700" sldId="294"/>
        </pc:sldMkLst>
      </pc:sldChg>
      <pc:sldChg chg="del">
        <pc:chgData name="Hoang Minh Tam Nguyen" userId="4ec37a6cf9a08297" providerId="LiveId" clId="{2B7666A9-1352-43E0-B177-94483F6E129A}" dt="2026-04-17T18:59:53.828" v="57" actId="47"/>
        <pc:sldMkLst>
          <pc:docMk/>
          <pc:sldMk cId="2575421478" sldId="295"/>
        </pc:sldMkLst>
      </pc:sldChg>
      <pc:sldChg chg="del">
        <pc:chgData name="Hoang Minh Tam Nguyen" userId="4ec37a6cf9a08297" providerId="LiveId" clId="{2B7666A9-1352-43E0-B177-94483F6E129A}" dt="2026-04-17T18:59:53.241" v="55" actId="47"/>
        <pc:sldMkLst>
          <pc:docMk/>
          <pc:sldMk cId="3401748718" sldId="304"/>
        </pc:sldMkLst>
      </pc:sldChg>
      <pc:sldChg chg="del">
        <pc:chgData name="Hoang Minh Tam Nguyen" userId="4ec37a6cf9a08297" providerId="LiveId" clId="{2B7666A9-1352-43E0-B177-94483F6E129A}" dt="2026-04-17T18:59:52.593" v="53" actId="47"/>
        <pc:sldMkLst>
          <pc:docMk/>
          <pc:sldMk cId="3007378520" sldId="310"/>
        </pc:sldMkLst>
      </pc:sldChg>
      <pc:sldChg chg="del">
        <pc:chgData name="Hoang Minh Tam Nguyen" userId="4ec37a6cf9a08297" providerId="LiveId" clId="{2B7666A9-1352-43E0-B177-94483F6E129A}" dt="2026-04-17T18:59:52.342" v="52" actId="47"/>
        <pc:sldMkLst>
          <pc:docMk/>
          <pc:sldMk cId="3903608907" sldId="311"/>
        </pc:sldMkLst>
      </pc:sldChg>
      <pc:sldChg chg="del">
        <pc:chgData name="Hoang Minh Tam Nguyen" userId="4ec37a6cf9a08297" providerId="LiveId" clId="{2B7666A9-1352-43E0-B177-94483F6E129A}" dt="2026-04-17T18:59:51.999" v="51" actId="47"/>
        <pc:sldMkLst>
          <pc:docMk/>
          <pc:sldMk cId="4120671462" sldId="312"/>
        </pc:sldMkLst>
      </pc:sldChg>
      <pc:sldChg chg="del">
        <pc:chgData name="Hoang Minh Tam Nguyen" userId="4ec37a6cf9a08297" providerId="LiveId" clId="{2B7666A9-1352-43E0-B177-94483F6E129A}" dt="2026-04-17T18:59:51.457" v="50" actId="47"/>
        <pc:sldMkLst>
          <pc:docMk/>
          <pc:sldMk cId="715534863" sldId="313"/>
        </pc:sldMkLst>
      </pc:sldChg>
      <pc:sldChg chg="del">
        <pc:chgData name="Hoang Minh Tam Nguyen" userId="4ec37a6cf9a08297" providerId="LiveId" clId="{2B7666A9-1352-43E0-B177-94483F6E129A}" dt="2026-04-17T18:59:52.878" v="54" actId="47"/>
        <pc:sldMkLst>
          <pc:docMk/>
          <pc:sldMk cId="1856314060" sldId="314"/>
        </pc:sldMkLst>
      </pc:sldChg>
      <pc:sldChg chg="addSp delSp modSp mod setBg modClrScheme chgLayout">
        <pc:chgData name="Hoang Minh Tam Nguyen" userId="4ec37a6cf9a08297" providerId="LiveId" clId="{2B7666A9-1352-43E0-B177-94483F6E129A}" dt="2026-04-17T18:59:25.909" v="47" actId="18131"/>
        <pc:sldMkLst>
          <pc:docMk/>
          <pc:sldMk cId="3696770303" sldId="315"/>
        </pc:sldMkLst>
        <pc:spChg chg="add del mod">
          <ac:chgData name="Hoang Minh Tam Nguyen" userId="4ec37a6cf9a08297" providerId="LiveId" clId="{2B7666A9-1352-43E0-B177-94483F6E129A}" dt="2026-04-17T18:49:02.414" v="9" actId="478"/>
          <ac:spMkLst>
            <pc:docMk/>
            <pc:sldMk cId="3696770303" sldId="315"/>
            <ac:spMk id="3" creationId="{B21788C1-531F-7AB1-A515-7725E3256E2C}"/>
          </ac:spMkLst>
        </pc:spChg>
        <pc:spChg chg="mod ord">
          <ac:chgData name="Hoang Minh Tam Nguyen" userId="4ec37a6cf9a08297" providerId="LiveId" clId="{2B7666A9-1352-43E0-B177-94483F6E129A}" dt="2026-04-17T18:59:06.580" v="43" actId="26606"/>
          <ac:spMkLst>
            <pc:docMk/>
            <pc:sldMk cId="3696770303" sldId="315"/>
            <ac:spMk id="5" creationId="{91EF53E3-F88C-4203-A489-8C9D57513DF6}"/>
          </ac:spMkLst>
        </pc:spChg>
        <pc:spChg chg="mod">
          <ac:chgData name="Hoang Minh Tam Nguyen" userId="4ec37a6cf9a08297" providerId="LiveId" clId="{2B7666A9-1352-43E0-B177-94483F6E129A}" dt="2026-04-17T18:59:06.580" v="43" actId="26606"/>
          <ac:spMkLst>
            <pc:docMk/>
            <pc:sldMk cId="3696770303" sldId="315"/>
            <ac:spMk id="8" creationId="{6F03AADD-A4FE-4CE8-944C-3F9C9777F0AB}"/>
          </ac:spMkLst>
        </pc:spChg>
        <pc:spChg chg="add del">
          <ac:chgData name="Hoang Minh Tam Nguyen" userId="4ec37a6cf9a08297" providerId="LiveId" clId="{2B7666A9-1352-43E0-B177-94483F6E129A}" dt="2026-04-17T18:58:18.358" v="41" actId="11529"/>
          <ac:spMkLst>
            <pc:docMk/>
            <pc:sldMk cId="3696770303" sldId="315"/>
            <ac:spMk id="11" creationId="{9F6E524B-A557-BC37-7650-A335C7DDC5A6}"/>
          </ac:spMkLst>
        </pc:spChg>
        <pc:spChg chg="add del mod">
          <ac:chgData name="Hoang Minh Tam Nguyen" userId="4ec37a6cf9a08297" providerId="LiveId" clId="{2B7666A9-1352-43E0-B177-94483F6E129A}" dt="2026-04-17T18:56:26.368" v="29" actId="931"/>
          <ac:spMkLst>
            <pc:docMk/>
            <pc:sldMk cId="3696770303" sldId="315"/>
            <ac:spMk id="13" creationId="{B0CE1531-1CF8-2C70-5D7C-322E457C4E5E}"/>
          </ac:spMkLst>
        </pc:spChg>
        <pc:picChg chg="del">
          <ac:chgData name="Hoang Minh Tam Nguyen" userId="4ec37a6cf9a08297" providerId="LiveId" clId="{2B7666A9-1352-43E0-B177-94483F6E129A}" dt="2026-04-17T18:49:00.932" v="8" actId="478"/>
          <ac:picMkLst>
            <pc:docMk/>
            <pc:sldMk cId="3696770303" sldId="315"/>
            <ac:picMk id="4" creationId="{5EAB7860-C105-46A8-8B51-C886DCFAB528}"/>
          </ac:picMkLst>
        </pc:picChg>
        <pc:picChg chg="add mod ord modCrop">
          <ac:chgData name="Hoang Minh Tam Nguyen" userId="4ec37a6cf9a08297" providerId="LiveId" clId="{2B7666A9-1352-43E0-B177-94483F6E129A}" dt="2026-04-17T18:59:25.909" v="47" actId="18131"/>
          <ac:picMkLst>
            <pc:docMk/>
            <pc:sldMk cId="3696770303" sldId="315"/>
            <ac:picMk id="7" creationId="{D2015EF9-309F-68C0-9ED1-36A3E1DA8D80}"/>
          </ac:picMkLst>
        </pc:picChg>
        <pc:picChg chg="add del mod">
          <ac:chgData name="Hoang Minh Tam Nguyen" userId="4ec37a6cf9a08297" providerId="LiveId" clId="{2B7666A9-1352-43E0-B177-94483F6E129A}" dt="2026-04-17T18:59:00.341" v="42" actId="478"/>
          <ac:picMkLst>
            <pc:docMk/>
            <pc:sldMk cId="3696770303" sldId="315"/>
            <ac:picMk id="10" creationId="{BE1EF86E-3C30-EDD2-9B3A-00F4B68A38B1}"/>
          </ac:picMkLst>
        </pc:picChg>
      </pc:sldChg>
      <pc:sldChg chg="del">
        <pc:chgData name="Hoang Minh Tam Nguyen" userId="4ec37a6cf9a08297" providerId="LiveId" clId="{2B7666A9-1352-43E0-B177-94483F6E129A}" dt="2026-04-17T18:59:48.530" v="49" actId="47"/>
        <pc:sldMkLst>
          <pc:docMk/>
          <pc:sldMk cId="1110251285" sldId="325"/>
        </pc:sldMkLst>
      </pc:sldChg>
      <pc:sldChg chg="addSp delSp modSp new mod modClrScheme chgLayout">
        <pc:chgData name="Hoang Minh Tam Nguyen" userId="4ec37a6cf9a08297" providerId="LiveId" clId="{2B7666A9-1352-43E0-B177-94483F6E129A}" dt="2026-04-17T19:03:28.515" v="79" actId="26606"/>
        <pc:sldMkLst>
          <pc:docMk/>
          <pc:sldMk cId="2100070155" sldId="325"/>
        </pc:sldMkLst>
        <pc:spChg chg="del mod">
          <ac:chgData name="Hoang Minh Tam Nguyen" userId="4ec37a6cf9a08297" providerId="LiveId" clId="{2B7666A9-1352-43E0-B177-94483F6E129A}" dt="2026-04-17T19:00:50.075" v="63" actId="478"/>
          <ac:spMkLst>
            <pc:docMk/>
            <pc:sldMk cId="2100070155" sldId="325"/>
            <ac:spMk id="2" creationId="{615094C3-A7C3-B6F7-3C68-0C7DF9E545E9}"/>
          </ac:spMkLst>
        </pc:spChg>
        <pc:spChg chg="del mod">
          <ac:chgData name="Hoang Minh Tam Nguyen" userId="4ec37a6cf9a08297" providerId="LiveId" clId="{2B7666A9-1352-43E0-B177-94483F6E129A}" dt="2026-04-17T19:00:53.544" v="65" actId="478"/>
          <ac:spMkLst>
            <pc:docMk/>
            <pc:sldMk cId="2100070155" sldId="325"/>
            <ac:spMk id="3" creationId="{3CF61B54-4597-60E8-2540-39A65E941DD2}"/>
          </ac:spMkLst>
        </pc:spChg>
        <pc:spChg chg="del">
          <ac:chgData name="Hoang Minh Tam Nguyen" userId="4ec37a6cf9a08297" providerId="LiveId" clId="{2B7666A9-1352-43E0-B177-94483F6E129A}" dt="2026-04-17T19:00:47.898" v="61" actId="478"/>
          <ac:spMkLst>
            <pc:docMk/>
            <pc:sldMk cId="2100070155" sldId="325"/>
            <ac:spMk id="4" creationId="{4B6241D8-4D62-8143-EF07-A1E86146859B}"/>
          </ac:spMkLst>
        </pc:spChg>
        <pc:picChg chg="add del mod">
          <ac:chgData name="Hoang Minh Tam Nguyen" userId="4ec37a6cf9a08297" providerId="LiveId" clId="{2B7666A9-1352-43E0-B177-94483F6E129A}" dt="2026-04-17T19:03:26.700" v="78" actId="478"/>
          <ac:picMkLst>
            <pc:docMk/>
            <pc:sldMk cId="2100070155" sldId="325"/>
            <ac:picMk id="6" creationId="{36528D7F-6296-0C49-26D3-CB0A6B386099}"/>
          </ac:picMkLst>
        </pc:picChg>
        <pc:picChg chg="add mod">
          <ac:chgData name="Hoang Minh Tam Nguyen" userId="4ec37a6cf9a08297" providerId="LiveId" clId="{2B7666A9-1352-43E0-B177-94483F6E129A}" dt="2026-04-17T19:03:28.515" v="79" actId="26606"/>
          <ac:picMkLst>
            <pc:docMk/>
            <pc:sldMk cId="2100070155" sldId="325"/>
            <ac:picMk id="8" creationId="{1DF79945-F2B0-3F49-442B-46793BA78C97}"/>
          </ac:picMkLst>
        </pc:picChg>
      </pc:sldChg>
      <pc:sldChg chg="addSp delSp modSp new mod modClrScheme chgLayout">
        <pc:chgData name="Hoang Minh Tam Nguyen" userId="4ec37a6cf9a08297" providerId="LiveId" clId="{2B7666A9-1352-43E0-B177-94483F6E129A}" dt="2026-04-17T19:03:01.937" v="75" actId="26606"/>
        <pc:sldMkLst>
          <pc:docMk/>
          <pc:sldMk cId="1474114601" sldId="326"/>
        </pc:sldMkLst>
        <pc:spChg chg="del">
          <ac:chgData name="Hoang Minh Tam Nguyen" userId="4ec37a6cf9a08297" providerId="LiveId" clId="{2B7666A9-1352-43E0-B177-94483F6E129A}" dt="2026-04-17T19:02:47.594" v="72" actId="26606"/>
          <ac:spMkLst>
            <pc:docMk/>
            <pc:sldMk cId="1474114601" sldId="326"/>
            <ac:spMk id="2" creationId="{8885008A-B480-DAC8-9A7E-8B97ADFE3AEA}"/>
          </ac:spMkLst>
        </pc:spChg>
        <pc:spChg chg="del">
          <ac:chgData name="Hoang Minh Tam Nguyen" userId="4ec37a6cf9a08297" providerId="LiveId" clId="{2B7666A9-1352-43E0-B177-94483F6E129A}" dt="2026-04-17T19:02:47.594" v="72" actId="26606"/>
          <ac:spMkLst>
            <pc:docMk/>
            <pc:sldMk cId="1474114601" sldId="326"/>
            <ac:spMk id="3" creationId="{8E34F568-CCEF-0208-BF74-6D204E5A585D}"/>
          </ac:spMkLst>
        </pc:spChg>
        <pc:spChg chg="del mod ord">
          <ac:chgData name="Hoang Minh Tam Nguyen" userId="4ec37a6cf9a08297" providerId="LiveId" clId="{2B7666A9-1352-43E0-B177-94483F6E129A}" dt="2026-04-17T19:02:59.009" v="74" actId="478"/>
          <ac:spMkLst>
            <pc:docMk/>
            <pc:sldMk cId="1474114601" sldId="326"/>
            <ac:spMk id="4" creationId="{A26F1CA1-1605-17E9-FAC3-3821B48C5633}"/>
          </ac:spMkLst>
        </pc:spChg>
        <pc:picChg chg="add mod">
          <ac:chgData name="Hoang Minh Tam Nguyen" userId="4ec37a6cf9a08297" providerId="LiveId" clId="{2B7666A9-1352-43E0-B177-94483F6E129A}" dt="2026-04-17T19:03:01.937" v="75" actId="26606"/>
          <ac:picMkLst>
            <pc:docMk/>
            <pc:sldMk cId="1474114601" sldId="326"/>
            <ac:picMk id="6" creationId="{8FEB2878-B54C-6182-045B-07BB3AB96BBA}"/>
          </ac:picMkLst>
        </pc:picChg>
      </pc:sldChg>
      <pc:sldChg chg="del">
        <pc:chgData name="Hoang Minh Tam Nguyen" userId="4ec37a6cf9a08297" providerId="LiveId" clId="{2B7666A9-1352-43E0-B177-94483F6E129A}" dt="2026-04-17T18:59:53.449" v="56" actId="47"/>
        <pc:sldMkLst>
          <pc:docMk/>
          <pc:sldMk cId="4101399790" sldId="326"/>
        </pc:sldMkLst>
      </pc:sldChg>
      <pc:sldChg chg="new">
        <pc:chgData name="Hoang Minh Tam Nguyen" userId="4ec37a6cf9a08297" providerId="LiveId" clId="{2B7666A9-1352-43E0-B177-94483F6E129A}" dt="2026-04-17T19:03:33.565" v="80" actId="680"/>
        <pc:sldMkLst>
          <pc:docMk/>
          <pc:sldMk cId="1159624460" sldId="327"/>
        </pc:sldMkLst>
      </pc:sldChg>
      <pc:sldChg chg="new del">
        <pc:chgData name="Hoang Minh Tam Nguyen" userId="4ec37a6cf9a08297" providerId="LiveId" clId="{2B7666A9-1352-43E0-B177-94483F6E129A}" dt="2026-04-17T18:59:54.886" v="59" actId="47"/>
        <pc:sldMkLst>
          <pc:docMk/>
          <pc:sldMk cId="1395731554" sldId="327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4/17/2026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4/17/2026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44206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Hexagon 5">
            <a:extLst>
              <a:ext uri="{FF2B5EF4-FFF2-40B4-BE49-F238E27FC236}">
                <a16:creationId xmlns:a16="http://schemas.microsoft.com/office/drawing/2014/main" id="{ED61BFD1-C421-442F-ACC0-868D35B02015}"/>
              </a:ext>
            </a:extLst>
          </p:cNvPr>
          <p:cNvSpPr/>
          <p:nvPr userDrawn="1"/>
        </p:nvSpPr>
        <p:spPr>
          <a:xfrm>
            <a:off x="3166402" y="903484"/>
            <a:ext cx="5859196" cy="5051033"/>
          </a:xfrm>
          <a:prstGeom prst="hexagon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Hexagon 13">
            <a:extLst>
              <a:ext uri="{FF2B5EF4-FFF2-40B4-BE49-F238E27FC236}">
                <a16:creationId xmlns:a16="http://schemas.microsoft.com/office/drawing/2014/main" id="{89B16BC3-CBF9-4BF0-A37A-9F2BB89BED54}"/>
              </a:ext>
            </a:extLst>
          </p:cNvPr>
          <p:cNvSpPr/>
          <p:nvPr userDrawn="1"/>
        </p:nvSpPr>
        <p:spPr>
          <a:xfrm>
            <a:off x="7974278" y="5753530"/>
            <a:ext cx="651613" cy="561736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80EA9ECE-F57C-4B25-AD19-4F78933A61EC}"/>
              </a:ext>
            </a:extLst>
          </p:cNvPr>
          <p:cNvSpPr/>
          <p:nvPr userDrawn="1"/>
        </p:nvSpPr>
        <p:spPr>
          <a:xfrm>
            <a:off x="2255521" y="2751804"/>
            <a:ext cx="785546" cy="677196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DCBDF4EA-BFFB-460D-B9A8-45C097E920DA}"/>
              </a:ext>
            </a:extLst>
          </p:cNvPr>
          <p:cNvSpPr/>
          <p:nvPr userDrawn="1"/>
        </p:nvSpPr>
        <p:spPr>
          <a:xfrm>
            <a:off x="8021783" y="671564"/>
            <a:ext cx="392774" cy="33859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Hexagon 19">
            <a:extLst>
              <a:ext uri="{FF2B5EF4-FFF2-40B4-BE49-F238E27FC236}">
                <a16:creationId xmlns:a16="http://schemas.microsoft.com/office/drawing/2014/main" id="{AB15A15E-528E-4041-8E63-65C0D0398F3A}"/>
              </a:ext>
            </a:extLst>
          </p:cNvPr>
          <p:cNvSpPr/>
          <p:nvPr userDrawn="1"/>
        </p:nvSpPr>
        <p:spPr>
          <a:xfrm>
            <a:off x="2035398" y="3344350"/>
            <a:ext cx="196388" cy="169300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A7A620BD-CFAD-4100-8C9F-494D15A0A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6846" y="2576760"/>
            <a:ext cx="3924935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96848" y="1899514"/>
            <a:ext cx="3924934" cy="490538"/>
          </a:xfrm>
          <a:prstGeom prst="rect">
            <a:avLst/>
          </a:prstGeom>
        </p:spPr>
        <p:txBody>
          <a:bodyPr/>
          <a:lstStyle>
            <a:lvl1pPr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E0A61465-6ECA-46DC-97DD-7BCFDB69EB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84582" y="4459105"/>
            <a:ext cx="3222836" cy="1168530"/>
          </a:xfrm>
          <a:prstGeom prst="rect">
            <a:avLst/>
          </a:prstGeom>
        </p:spPr>
        <p:txBody>
          <a:bodyPr anchor="b"/>
          <a:lstStyle>
            <a:lvl1pPr algn="r">
              <a:buNone/>
              <a:defRPr lang="en-US" sz="16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814876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21">
            <a:extLst>
              <a:ext uri="{FF2B5EF4-FFF2-40B4-BE49-F238E27FC236}">
                <a16:creationId xmlns:a16="http://schemas.microsoft.com/office/drawing/2014/main" id="{75D96571-69F8-475F-A910-ECC18342506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Oval 2" descr="Tall office building looking up">
            <a:extLst>
              <a:ext uri="{FF2B5EF4-FFF2-40B4-BE49-F238E27FC236}">
                <a16:creationId xmlns:a16="http://schemas.microsoft.com/office/drawing/2014/main" id="{CD4C2457-AECB-4015-9FE4-CCBC516AA9EE}"/>
              </a:ext>
            </a:extLst>
          </p:cNvPr>
          <p:cNvSpPr/>
          <p:nvPr userDrawn="1"/>
        </p:nvSpPr>
        <p:spPr>
          <a:xfrm>
            <a:off x="3352800" y="685800"/>
            <a:ext cx="5486400" cy="5486400"/>
          </a:xfrm>
          <a:prstGeom prst="ellipse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89A018F-D11C-4B07-9830-8336B27A18AD}"/>
              </a:ext>
            </a:extLst>
          </p:cNvPr>
          <p:cNvSpPr/>
          <p:nvPr userDrawn="1"/>
        </p:nvSpPr>
        <p:spPr>
          <a:xfrm>
            <a:off x="8138160" y="5669280"/>
            <a:ext cx="502920" cy="5029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0209A32-FE17-4457-B02B-0A1DB9B8ADB1}"/>
              </a:ext>
            </a:extLst>
          </p:cNvPr>
          <p:cNvSpPr/>
          <p:nvPr userDrawn="1"/>
        </p:nvSpPr>
        <p:spPr>
          <a:xfrm>
            <a:off x="2915463" y="1295169"/>
            <a:ext cx="692878" cy="692878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585A541-0EDE-4213-AE62-4D909E8EB7F5}"/>
              </a:ext>
            </a:extLst>
          </p:cNvPr>
          <p:cNvSpPr/>
          <p:nvPr userDrawn="1"/>
        </p:nvSpPr>
        <p:spPr>
          <a:xfrm>
            <a:off x="3398520" y="904895"/>
            <a:ext cx="251460" cy="25146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CBFD020D-881A-48D8-BDA8-55C7B95C59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27927" y="4609453"/>
            <a:ext cx="3924934" cy="490538"/>
          </a:xfrm>
          <a:prstGeom prst="rect">
            <a:avLst/>
          </a:prstGeom>
        </p:spPr>
        <p:txBody>
          <a:bodyPr anchor="b"/>
          <a:lstStyle>
            <a:lvl1pPr algn="ctr">
              <a:buNone/>
              <a:defRPr lang="en-US" sz="20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9687A5-0BDD-45B2-A892-542449E31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5678" y="1988047"/>
            <a:ext cx="4007183" cy="2374194"/>
          </a:xfrm>
          <a:prstGeom prst="rect">
            <a:avLst/>
          </a:prstGeom>
        </p:spPr>
        <p:txBody>
          <a:bodyPr/>
          <a:lstStyle>
            <a:lvl1pPr algn="ctr">
              <a:spcBef>
                <a:spcPts val="1000"/>
              </a:spcBef>
              <a:defRPr sz="28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63240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43700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1416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4970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3CD802-D0A0-4EAC-8222-78FFDDD76A7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0" y="2039392"/>
            <a:ext cx="10515600" cy="4114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BCB8BF-DA17-4856-91E9-77C601F2B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35000"/>
            <a:ext cx="10515600" cy="700115"/>
          </a:xfrm>
          <a:prstGeom prst="rect">
            <a:avLst/>
          </a:prstGeom>
        </p:spPr>
        <p:txBody>
          <a:bodyPr anchor="ctr"/>
          <a:lstStyle>
            <a:lvl1pPr algn="ctr"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19891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030565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58552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Content Placeholder 39">
            <a:extLst>
              <a:ext uri="{FF2B5EF4-FFF2-40B4-BE49-F238E27FC236}">
                <a16:creationId xmlns:a16="http://schemas.microsoft.com/office/drawing/2014/main" id="{6BB16225-AC51-4525-A1E8-438B8B0B736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739655" y="2117897"/>
            <a:ext cx="4208386" cy="912812"/>
          </a:xfrm>
          <a:prstGeom prst="rect">
            <a:avLst/>
          </a:prstGeom>
        </p:spPr>
        <p:txBody>
          <a:bodyPr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1" name="Content Placeholder 39">
            <a:extLst>
              <a:ext uri="{FF2B5EF4-FFF2-40B4-BE49-F238E27FC236}">
                <a16:creationId xmlns:a16="http://schemas.microsoft.com/office/drawing/2014/main" id="{6EC38F38-5935-49D5-AA85-4182E82D6FF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739655" y="4724146"/>
            <a:ext cx="4208386" cy="912812"/>
          </a:xfrm>
          <a:prstGeom prst="rect">
            <a:avLst/>
          </a:prstGeom>
        </p:spPr>
        <p:txBody>
          <a:bodyPr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2" name="Content Placeholder 39">
            <a:extLst>
              <a:ext uri="{FF2B5EF4-FFF2-40B4-BE49-F238E27FC236}">
                <a16:creationId xmlns:a16="http://schemas.microsoft.com/office/drawing/2014/main" id="{51C9D5ED-A19A-42A1-9200-C77E39E6F5C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739655" y="3420892"/>
            <a:ext cx="4208386" cy="912812"/>
          </a:xfrm>
          <a:prstGeom prst="rect">
            <a:avLst/>
          </a:prstGeom>
        </p:spPr>
        <p:txBody>
          <a:bodyPr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3" name="Content Placeholder 39">
            <a:extLst>
              <a:ext uri="{FF2B5EF4-FFF2-40B4-BE49-F238E27FC236}">
                <a16:creationId xmlns:a16="http://schemas.microsoft.com/office/drawing/2014/main" id="{47A95437-77F3-4E2C-8470-57587793A10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493865" y="2117897"/>
            <a:ext cx="4208386" cy="912812"/>
          </a:xfrm>
          <a:prstGeom prst="rect">
            <a:avLst/>
          </a:prstGeom>
        </p:spPr>
        <p:txBody>
          <a:bodyPr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4" name="Content Placeholder 39">
            <a:extLst>
              <a:ext uri="{FF2B5EF4-FFF2-40B4-BE49-F238E27FC236}">
                <a16:creationId xmlns:a16="http://schemas.microsoft.com/office/drawing/2014/main" id="{CB1EA2BE-D294-486E-88F0-2AA9518A6E63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7493865" y="4724146"/>
            <a:ext cx="4208386" cy="912812"/>
          </a:xfrm>
          <a:prstGeom prst="rect">
            <a:avLst/>
          </a:prstGeom>
        </p:spPr>
        <p:txBody>
          <a:bodyPr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5" name="Content Placeholder 39">
            <a:extLst>
              <a:ext uri="{FF2B5EF4-FFF2-40B4-BE49-F238E27FC236}">
                <a16:creationId xmlns:a16="http://schemas.microsoft.com/office/drawing/2014/main" id="{108734A0-880E-44E2-858F-7AA6C6B0A5A3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7493865" y="3420892"/>
            <a:ext cx="4208386" cy="912812"/>
          </a:xfrm>
          <a:prstGeom prst="rect">
            <a:avLst/>
          </a:prstGeom>
        </p:spPr>
        <p:txBody>
          <a:bodyPr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63CED4CD-5348-488E-A883-0486DD574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10693400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2706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00613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1E0F77B-E8C6-4A86-B521-8368A308A9A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7700" y="2057818"/>
            <a:ext cx="5080000" cy="438150"/>
          </a:xfrm>
          <a:prstGeom prst="rect">
            <a:avLst/>
          </a:prstGeom>
        </p:spPr>
        <p:txBody>
          <a:bodyPr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AACFBE9-8475-4CC0-8189-87BFC4059A86}"/>
              </a:ext>
            </a:extLst>
          </p:cNvPr>
          <p:cNvSpPr/>
          <p:nvPr userDrawn="1"/>
        </p:nvSpPr>
        <p:spPr>
          <a:xfrm>
            <a:off x="10385897" y="1443145"/>
            <a:ext cx="471170" cy="47117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F8C6FC8-D350-4A01-A7E0-5AEDAC96F358}"/>
              </a:ext>
            </a:extLst>
          </p:cNvPr>
          <p:cNvSpPr/>
          <p:nvPr userDrawn="1"/>
        </p:nvSpPr>
        <p:spPr>
          <a:xfrm>
            <a:off x="8910011" y="328773"/>
            <a:ext cx="317813" cy="31781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88F1038A-897D-4C38-B499-73FC76C716FA}"/>
              </a:ext>
            </a:extLst>
          </p:cNvPr>
          <p:cNvSpPr/>
          <p:nvPr userDrawn="1"/>
        </p:nvSpPr>
        <p:spPr>
          <a:xfrm flipH="1">
            <a:off x="8634932" y="623939"/>
            <a:ext cx="170406" cy="17040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A6E2374-7B5B-4947-8461-F294B56E70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0400" y="2673522"/>
            <a:ext cx="5067300" cy="2935288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FB9159BE-CEED-461B-AF31-03BC124E274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451600" y="2061363"/>
            <a:ext cx="5080000" cy="438150"/>
          </a:xfrm>
          <a:prstGeom prst="rect">
            <a:avLst/>
          </a:prstGeom>
        </p:spPr>
        <p:txBody>
          <a:bodyPr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5">
            <a:extLst>
              <a:ext uri="{FF2B5EF4-FFF2-40B4-BE49-F238E27FC236}">
                <a16:creationId xmlns:a16="http://schemas.microsoft.com/office/drawing/2014/main" id="{2C15BD20-69D8-4EC1-8A33-A0C6EAFD30A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64300" y="2677067"/>
            <a:ext cx="5067300" cy="2935288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57B52D4-8D50-4E16-B60E-688B084764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261647" y="0"/>
            <a:ext cx="2930353" cy="1559882"/>
          </a:xfrm>
          <a:custGeom>
            <a:avLst/>
            <a:gdLst>
              <a:gd name="connsiteX0" fmla="*/ 562125 w 2930353"/>
              <a:gd name="connsiteY0" fmla="*/ 435632 h 1559882"/>
              <a:gd name="connsiteX1" fmla="*/ 1124250 w 2930353"/>
              <a:gd name="connsiteY1" fmla="*/ 997757 h 1559882"/>
              <a:gd name="connsiteX2" fmla="*/ 562125 w 2930353"/>
              <a:gd name="connsiteY2" fmla="*/ 1559882 h 1559882"/>
              <a:gd name="connsiteX3" fmla="*/ 0 w 2930353"/>
              <a:gd name="connsiteY3" fmla="*/ 997757 h 1559882"/>
              <a:gd name="connsiteX4" fmla="*/ 562125 w 2930353"/>
              <a:gd name="connsiteY4" fmla="*/ 435632 h 1559882"/>
              <a:gd name="connsiteX5" fmla="*/ 1475035 w 2930353"/>
              <a:gd name="connsiteY5" fmla="*/ 0 h 1559882"/>
              <a:gd name="connsiteX6" fmla="*/ 2930353 w 2930353"/>
              <a:gd name="connsiteY6" fmla="*/ 0 h 1559882"/>
              <a:gd name="connsiteX7" fmla="*/ 2930353 w 2930353"/>
              <a:gd name="connsiteY7" fmla="*/ 1239091 h 1559882"/>
              <a:gd name="connsiteX8" fmla="*/ 2822571 w 2930353"/>
              <a:gd name="connsiteY8" fmla="*/ 1328020 h 1559882"/>
              <a:gd name="connsiteX9" fmla="*/ 2282653 w 2930353"/>
              <a:gd name="connsiteY9" fmla="*/ 1492942 h 1559882"/>
              <a:gd name="connsiteX10" fmla="*/ 1316979 w 2930353"/>
              <a:gd name="connsiteY10" fmla="*/ 527268 h 1559882"/>
              <a:gd name="connsiteX11" fmla="*/ 1392867 w 2930353"/>
              <a:gd name="connsiteY11" fmla="*/ 151384 h 15598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930353" h="1559882">
                <a:moveTo>
                  <a:pt x="562125" y="435632"/>
                </a:moveTo>
                <a:cubicBezTo>
                  <a:pt x="872578" y="435632"/>
                  <a:pt x="1124250" y="687304"/>
                  <a:pt x="1124250" y="997757"/>
                </a:cubicBezTo>
                <a:cubicBezTo>
                  <a:pt x="1124250" y="1308210"/>
                  <a:pt x="872578" y="1559882"/>
                  <a:pt x="562125" y="1559882"/>
                </a:cubicBezTo>
                <a:cubicBezTo>
                  <a:pt x="251672" y="1559882"/>
                  <a:pt x="0" y="1308210"/>
                  <a:pt x="0" y="997757"/>
                </a:cubicBezTo>
                <a:cubicBezTo>
                  <a:pt x="0" y="687304"/>
                  <a:pt x="251672" y="435632"/>
                  <a:pt x="562125" y="435632"/>
                </a:cubicBezTo>
                <a:close/>
                <a:moveTo>
                  <a:pt x="1475035" y="0"/>
                </a:moveTo>
                <a:lnTo>
                  <a:pt x="2930353" y="0"/>
                </a:lnTo>
                <a:lnTo>
                  <a:pt x="2930353" y="1239091"/>
                </a:lnTo>
                <a:lnTo>
                  <a:pt x="2822571" y="1328020"/>
                </a:lnTo>
                <a:cubicBezTo>
                  <a:pt x="2668448" y="1432143"/>
                  <a:pt x="2482651" y="1492942"/>
                  <a:pt x="2282653" y="1492942"/>
                </a:cubicBezTo>
                <a:cubicBezTo>
                  <a:pt x="1749326" y="1492942"/>
                  <a:pt x="1316979" y="1060595"/>
                  <a:pt x="1316979" y="527268"/>
                </a:cubicBezTo>
                <a:cubicBezTo>
                  <a:pt x="1316979" y="393936"/>
                  <a:pt x="1344001" y="266916"/>
                  <a:pt x="1392867" y="151384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92F03355-C197-48C4-A4DF-B41338483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59019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1E0F77B-E8C6-4A86-B521-8368A308A9A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0400" y="2037656"/>
            <a:ext cx="3474720" cy="438150"/>
          </a:xfrm>
          <a:prstGeom prst="rect">
            <a:avLst/>
          </a:prstGeom>
        </p:spPr>
        <p:txBody>
          <a:bodyPr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A6E2374-7B5B-4947-8461-F294B56E70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0400" y="2664637"/>
            <a:ext cx="3474720" cy="2935288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FB9159BE-CEED-461B-AF31-03BC124E274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044180" y="2052478"/>
            <a:ext cx="3474720" cy="438150"/>
          </a:xfrm>
          <a:prstGeom prst="rect">
            <a:avLst/>
          </a:prstGeom>
        </p:spPr>
        <p:txBody>
          <a:bodyPr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5">
            <a:extLst>
              <a:ext uri="{FF2B5EF4-FFF2-40B4-BE49-F238E27FC236}">
                <a16:creationId xmlns:a16="http://schemas.microsoft.com/office/drawing/2014/main" id="{2C15BD20-69D8-4EC1-8A33-A0C6EAFD30A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56880" y="2668182"/>
            <a:ext cx="3474720" cy="2935288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7">
            <a:extLst>
              <a:ext uri="{FF2B5EF4-FFF2-40B4-BE49-F238E27FC236}">
                <a16:creationId xmlns:a16="http://schemas.microsoft.com/office/drawing/2014/main" id="{4FDB27CA-009D-4863-B119-0EC36837148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52290" y="2048933"/>
            <a:ext cx="3474720" cy="438150"/>
          </a:xfrm>
          <a:prstGeom prst="rect">
            <a:avLst/>
          </a:prstGeom>
        </p:spPr>
        <p:txBody>
          <a:bodyPr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FD03E3EF-D812-4B98-959B-6800BBE59D1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364990" y="2664637"/>
            <a:ext cx="3474720" cy="2935288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Hexagon 2">
            <a:extLst>
              <a:ext uri="{FF2B5EF4-FFF2-40B4-BE49-F238E27FC236}">
                <a16:creationId xmlns:a16="http://schemas.microsoft.com/office/drawing/2014/main" id="{303FFB35-43AC-4A56-92D0-91038C098B3C}"/>
              </a:ext>
            </a:extLst>
          </p:cNvPr>
          <p:cNvSpPr/>
          <p:nvPr userDrawn="1"/>
        </p:nvSpPr>
        <p:spPr>
          <a:xfrm>
            <a:off x="10700126" y="788523"/>
            <a:ext cx="1155906" cy="99647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Hexagon 3">
            <a:extLst>
              <a:ext uri="{FF2B5EF4-FFF2-40B4-BE49-F238E27FC236}">
                <a16:creationId xmlns:a16="http://schemas.microsoft.com/office/drawing/2014/main" id="{AAF31DA0-707D-4A5D-BB7A-A5C90DB11A55}"/>
              </a:ext>
            </a:extLst>
          </p:cNvPr>
          <p:cNvSpPr/>
          <p:nvPr userDrawn="1"/>
        </p:nvSpPr>
        <p:spPr>
          <a:xfrm>
            <a:off x="11388427" y="1859136"/>
            <a:ext cx="315205" cy="271728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5" name="Hexagon 4">
            <a:extLst>
              <a:ext uri="{FF2B5EF4-FFF2-40B4-BE49-F238E27FC236}">
                <a16:creationId xmlns:a16="http://schemas.microsoft.com/office/drawing/2014/main" id="{539F452B-F55F-4D85-834B-A7EAF742647C}"/>
              </a:ext>
            </a:extLst>
          </p:cNvPr>
          <p:cNvSpPr/>
          <p:nvPr userDrawn="1"/>
        </p:nvSpPr>
        <p:spPr>
          <a:xfrm>
            <a:off x="9014155" y="740289"/>
            <a:ext cx="379060" cy="326776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91D9F6BE-FB0B-42EE-8F02-95F5CC039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C67FFA0E-8AAA-4DEB-B97E-31969F57927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393238" y="2"/>
            <a:ext cx="2798762" cy="1354861"/>
          </a:xfrm>
          <a:custGeom>
            <a:avLst/>
            <a:gdLst>
              <a:gd name="connsiteX0" fmla="*/ 316595 w 2798762"/>
              <a:gd name="connsiteY0" fmla="*/ 88390 h 1354861"/>
              <a:gd name="connsiteX1" fmla="*/ 1152465 w 2798762"/>
              <a:gd name="connsiteY1" fmla="*/ 88390 h 1354861"/>
              <a:gd name="connsiteX2" fmla="*/ 1469083 w 2798762"/>
              <a:gd name="connsiteY2" fmla="*/ 721626 h 1354861"/>
              <a:gd name="connsiteX3" fmla="*/ 1152465 w 2798762"/>
              <a:gd name="connsiteY3" fmla="*/ 1354861 h 1354861"/>
              <a:gd name="connsiteX4" fmla="*/ 316595 w 2798762"/>
              <a:gd name="connsiteY4" fmla="*/ 1354861 h 1354861"/>
              <a:gd name="connsiteX5" fmla="*/ 0 w 2798762"/>
              <a:gd name="connsiteY5" fmla="*/ 721672 h 1354861"/>
              <a:gd name="connsiteX6" fmla="*/ 0 w 2798762"/>
              <a:gd name="connsiteY6" fmla="*/ 721580 h 1354861"/>
              <a:gd name="connsiteX7" fmla="*/ 1250372 w 2798762"/>
              <a:gd name="connsiteY7" fmla="*/ 0 h 1354861"/>
              <a:gd name="connsiteX8" fmla="*/ 2798762 w 2798762"/>
              <a:gd name="connsiteY8" fmla="*/ 0 h 1354861"/>
              <a:gd name="connsiteX9" fmla="*/ 2798762 w 2798762"/>
              <a:gd name="connsiteY9" fmla="*/ 505978 h 1354861"/>
              <a:gd name="connsiteX10" fmla="*/ 2719777 w 2798762"/>
              <a:gd name="connsiteY10" fmla="*/ 663948 h 1354861"/>
              <a:gd name="connsiteX11" fmla="*/ 1582346 w 2798762"/>
              <a:gd name="connsiteY11" fmla="*/ 663948 h 13548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98762" h="1354861">
                <a:moveTo>
                  <a:pt x="316595" y="88390"/>
                </a:moveTo>
                <a:lnTo>
                  <a:pt x="1152465" y="88390"/>
                </a:lnTo>
                <a:lnTo>
                  <a:pt x="1469083" y="721626"/>
                </a:lnTo>
                <a:lnTo>
                  <a:pt x="1152465" y="1354861"/>
                </a:lnTo>
                <a:lnTo>
                  <a:pt x="316595" y="1354861"/>
                </a:lnTo>
                <a:lnTo>
                  <a:pt x="0" y="721672"/>
                </a:lnTo>
                <a:lnTo>
                  <a:pt x="0" y="721580"/>
                </a:lnTo>
                <a:close/>
                <a:moveTo>
                  <a:pt x="1250372" y="0"/>
                </a:moveTo>
                <a:lnTo>
                  <a:pt x="2798762" y="0"/>
                </a:lnTo>
                <a:lnTo>
                  <a:pt x="2798762" y="505978"/>
                </a:lnTo>
                <a:lnTo>
                  <a:pt x="2719777" y="663948"/>
                </a:lnTo>
                <a:lnTo>
                  <a:pt x="1582346" y="663948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65590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5E74AFC3-1C60-42DE-ABAC-F53CA85AC6F1}"/>
              </a:ext>
            </a:extLst>
          </p:cNvPr>
          <p:cNvSpPr/>
          <p:nvPr userDrawn="1"/>
        </p:nvSpPr>
        <p:spPr>
          <a:xfrm>
            <a:off x="5897272" y="1457542"/>
            <a:ext cx="617218" cy="61721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F133261-FFEB-4B3D-B085-14AEAE741F82}"/>
              </a:ext>
            </a:extLst>
          </p:cNvPr>
          <p:cNvSpPr/>
          <p:nvPr userDrawn="1"/>
        </p:nvSpPr>
        <p:spPr>
          <a:xfrm>
            <a:off x="9810348" y="5955461"/>
            <a:ext cx="394539" cy="394539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53FE105-1D8E-48B0-AD9A-95AC9A165651}"/>
              </a:ext>
            </a:extLst>
          </p:cNvPr>
          <p:cNvSpPr/>
          <p:nvPr userDrawn="1"/>
        </p:nvSpPr>
        <p:spPr>
          <a:xfrm>
            <a:off x="6514490" y="946887"/>
            <a:ext cx="335852" cy="335852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C4388F5-0DCA-4A09-A6E1-AE07F40309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47701" y="2042790"/>
            <a:ext cx="4143374" cy="265430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02C12FDC-BC11-43E8-B22A-3EC48E0344D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47699" y="4953919"/>
            <a:ext cx="4143375" cy="75947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</a:defRPr>
            </a:lvl1pPr>
            <a:lvl2pPr>
              <a:buNone/>
              <a:defRPr sz="2000"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3D43F412-F2C7-4D38-BDD0-966302908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887402" y="533063"/>
            <a:ext cx="5542598" cy="5611666"/>
          </a:xfrm>
          <a:custGeom>
            <a:avLst/>
            <a:gdLst>
              <a:gd name="connsiteX0" fmla="*/ 3354105 w 5542598"/>
              <a:gd name="connsiteY0" fmla="*/ 4359376 h 5611666"/>
              <a:gd name="connsiteX1" fmla="*/ 3980250 w 5542598"/>
              <a:gd name="connsiteY1" fmla="*/ 4985521 h 5611666"/>
              <a:gd name="connsiteX2" fmla="*/ 3354105 w 5542598"/>
              <a:gd name="connsiteY2" fmla="*/ 5611666 h 5611666"/>
              <a:gd name="connsiteX3" fmla="*/ 2727960 w 5542598"/>
              <a:gd name="connsiteY3" fmla="*/ 4985521 h 5611666"/>
              <a:gd name="connsiteX4" fmla="*/ 3354105 w 5542598"/>
              <a:gd name="connsiteY4" fmla="*/ 4359376 h 5611666"/>
              <a:gd name="connsiteX5" fmla="*/ 1592580 w 5542598"/>
              <a:gd name="connsiteY5" fmla="*/ 1430357 h 5611666"/>
              <a:gd name="connsiteX6" fmla="*/ 3185160 w 5542598"/>
              <a:gd name="connsiteY6" fmla="*/ 3022937 h 5611666"/>
              <a:gd name="connsiteX7" fmla="*/ 1592580 w 5542598"/>
              <a:gd name="connsiteY7" fmla="*/ 4615517 h 5611666"/>
              <a:gd name="connsiteX8" fmla="*/ 0 w 5542598"/>
              <a:gd name="connsiteY8" fmla="*/ 3022937 h 5611666"/>
              <a:gd name="connsiteX9" fmla="*/ 1592580 w 5542598"/>
              <a:gd name="connsiteY9" fmla="*/ 1430357 h 5611666"/>
              <a:gd name="connsiteX10" fmla="*/ 4230267 w 5542598"/>
              <a:gd name="connsiteY10" fmla="*/ 0 h 5611666"/>
              <a:gd name="connsiteX11" fmla="*/ 5542598 w 5542598"/>
              <a:gd name="connsiteY11" fmla="*/ 1312331 h 5611666"/>
              <a:gd name="connsiteX12" fmla="*/ 4230267 w 5542598"/>
              <a:gd name="connsiteY12" fmla="*/ 2624662 h 5611666"/>
              <a:gd name="connsiteX13" fmla="*/ 2917936 w 5542598"/>
              <a:gd name="connsiteY13" fmla="*/ 1312331 h 5611666"/>
              <a:gd name="connsiteX14" fmla="*/ 4230267 w 5542598"/>
              <a:gd name="connsiteY14" fmla="*/ 0 h 561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542598" h="5611666">
                <a:moveTo>
                  <a:pt x="3354105" y="4359376"/>
                </a:moveTo>
                <a:cubicBezTo>
                  <a:pt x="3699915" y="4359376"/>
                  <a:pt x="3980250" y="4639711"/>
                  <a:pt x="3980250" y="4985521"/>
                </a:cubicBezTo>
                <a:cubicBezTo>
                  <a:pt x="3980250" y="5331331"/>
                  <a:pt x="3699915" y="5611666"/>
                  <a:pt x="3354105" y="5611666"/>
                </a:cubicBezTo>
                <a:cubicBezTo>
                  <a:pt x="3008295" y="5611666"/>
                  <a:pt x="2727960" y="5331331"/>
                  <a:pt x="2727960" y="4985521"/>
                </a:cubicBezTo>
                <a:cubicBezTo>
                  <a:pt x="2727960" y="4639711"/>
                  <a:pt x="3008295" y="4359376"/>
                  <a:pt x="3354105" y="4359376"/>
                </a:cubicBezTo>
                <a:close/>
                <a:moveTo>
                  <a:pt x="1592580" y="1430357"/>
                </a:moveTo>
                <a:cubicBezTo>
                  <a:pt x="2472138" y="1430357"/>
                  <a:pt x="3185160" y="2143379"/>
                  <a:pt x="3185160" y="3022937"/>
                </a:cubicBezTo>
                <a:cubicBezTo>
                  <a:pt x="3185160" y="3902495"/>
                  <a:pt x="2472138" y="4615517"/>
                  <a:pt x="1592580" y="4615517"/>
                </a:cubicBezTo>
                <a:cubicBezTo>
                  <a:pt x="713022" y="4615517"/>
                  <a:pt x="0" y="3902495"/>
                  <a:pt x="0" y="3022937"/>
                </a:cubicBezTo>
                <a:cubicBezTo>
                  <a:pt x="0" y="2143379"/>
                  <a:pt x="713022" y="1430357"/>
                  <a:pt x="1592580" y="1430357"/>
                </a:cubicBezTo>
                <a:close/>
                <a:moveTo>
                  <a:pt x="4230267" y="0"/>
                </a:moveTo>
                <a:cubicBezTo>
                  <a:pt x="4955047" y="0"/>
                  <a:pt x="5542598" y="587551"/>
                  <a:pt x="5542598" y="1312331"/>
                </a:cubicBezTo>
                <a:cubicBezTo>
                  <a:pt x="5542598" y="2037111"/>
                  <a:pt x="4955047" y="2624662"/>
                  <a:pt x="4230267" y="2624662"/>
                </a:cubicBezTo>
                <a:cubicBezTo>
                  <a:pt x="3505487" y="2624662"/>
                  <a:pt x="2917936" y="2037111"/>
                  <a:pt x="2917936" y="1312331"/>
                </a:cubicBezTo>
                <a:cubicBezTo>
                  <a:pt x="2917936" y="587551"/>
                  <a:pt x="3505487" y="0"/>
                  <a:pt x="4230267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11176083-2CE5-4707-A564-46805454A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61869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A1AD702D-965C-40E9-8D23-D82E2CFA9E61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4/17/2026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3E0959-6855-4447-BAEC-D32B47712F07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3A05B6A-9124-4DBB-843A-84818A8F79FC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6163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88" r:id="rId3"/>
    <p:sldLayoutId id="2147483681" r:id="rId4"/>
    <p:sldLayoutId id="2147483680" r:id="rId5"/>
    <p:sldLayoutId id="2147483682" r:id="rId6"/>
    <p:sldLayoutId id="2147483677" r:id="rId7"/>
    <p:sldLayoutId id="2147483654" r:id="rId8"/>
    <p:sldLayoutId id="2147483685" r:id="rId9"/>
    <p:sldLayoutId id="2147483684" r:id="rId10"/>
    <p:sldLayoutId id="2147483686" r:id="rId11"/>
    <p:sldLayoutId id="2147483687" r:id="rId12"/>
    <p:sldLayoutId id="2147483675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66700" indent="-2667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42925" indent="-276225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096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0763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3430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27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Placeholder 12" descr="Blue glass building">
            <a:extLst>
              <a:ext uri="{FF2B5EF4-FFF2-40B4-BE49-F238E27FC236}">
                <a16:creationId xmlns:a16="http://schemas.microsoft.com/office/drawing/2014/main" id="{E6A5B61D-69C0-4661-AD66-3D72D9A6E86F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alphaModFix amt="80000"/>
          </a:blip>
          <a:srcRect t="7802" b="7802"/>
          <a:stretch/>
        </p:blipFill>
        <p:spPr>
          <a:xfrm>
            <a:off x="0" y="0"/>
            <a:ext cx="12192000" cy="6858000"/>
          </a:xfrm>
          <a:blipFill dpi="0" rotWithShape="1"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</p:pic>
      <p:sp>
        <p:nvSpPr>
          <p:cNvPr id="6" name="Hexagon 5">
            <a:extLst>
              <a:ext uri="{FF2B5EF4-FFF2-40B4-BE49-F238E27FC236}">
                <a16:creationId xmlns:a16="http://schemas.microsoft.com/office/drawing/2014/main" id="{38AF5374-EA50-4722-BB45-6C182E5A16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166402" y="903484"/>
            <a:ext cx="5859196" cy="5051033"/>
          </a:xfrm>
          <a:prstGeom prst="hexagon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BD837CEB-1A69-4F72-95D4-054D82F096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3532" y="2772312"/>
            <a:ext cx="3924935" cy="1695637"/>
          </a:xfrm>
        </p:spPr>
        <p:txBody>
          <a:bodyPr/>
          <a:lstStyle/>
          <a:p>
            <a:r>
              <a:rPr lang="en-US" sz="3600" dirty="0"/>
              <a:t>A Smart Hiring &amp; Portfolio Platform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FFAF4E3-C8A2-4861-A67E-040D885F84F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 err="1"/>
              <a:t>PortfolioHub</a:t>
            </a:r>
            <a:r>
              <a:rPr lang="en-US" dirty="0"/>
              <a:t>: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6DF5064-7AAC-4887-9BD5-FB6BC40A676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Team 4:</a:t>
            </a:r>
          </a:p>
          <a:p>
            <a:r>
              <a:rPr lang="en-US" dirty="0"/>
              <a:t>Hoang Nguyen</a:t>
            </a:r>
          </a:p>
          <a:p>
            <a:r>
              <a:rPr lang="en-US" dirty="0"/>
              <a:t>Thanh Nguyen</a:t>
            </a:r>
          </a:p>
        </p:txBody>
      </p:sp>
      <p:sp>
        <p:nvSpPr>
          <p:cNvPr id="21" name="Hexagon 20">
            <a:extLst>
              <a:ext uri="{FF2B5EF4-FFF2-40B4-BE49-F238E27FC236}">
                <a16:creationId xmlns:a16="http://schemas.microsoft.com/office/drawing/2014/main" id="{35FAA64B-9D7A-4109-97E0-B0BAA29C47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974278" y="5753530"/>
            <a:ext cx="651613" cy="561736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00A0E61B-8139-47E5-862B-C6D87AFF35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55521" y="2751804"/>
            <a:ext cx="785546" cy="677196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B06F39E4-24A5-44F2-BD9A-7E8C8AF277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21783" y="671564"/>
            <a:ext cx="392774" cy="33859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Hexagon 1">
            <a:extLst>
              <a:ext uri="{FF2B5EF4-FFF2-40B4-BE49-F238E27FC236}">
                <a16:creationId xmlns:a16="http://schemas.microsoft.com/office/drawing/2014/main" id="{62F7433A-0BB9-4B38-A96F-AB1B77772B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035398" y="3344350"/>
            <a:ext cx="196388" cy="169300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59930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399" y="2044700"/>
            <a:ext cx="11177639" cy="3560763"/>
          </a:xfrm>
        </p:spPr>
        <p:txBody>
          <a:bodyPr numCol="2"/>
          <a:lstStyle/>
          <a:p>
            <a:r>
              <a:rPr lang="en-US"/>
              <a:t>A smart hiring platform</a:t>
            </a:r>
          </a:p>
          <a:p>
            <a:r>
              <a:rPr lang="en-US"/>
              <a:t>Connects candidates and recruiters</a:t>
            </a:r>
          </a:p>
          <a:p>
            <a:r>
              <a:rPr lang="en-US"/>
              <a:t>Main purposes:</a:t>
            </a:r>
          </a:p>
          <a:p>
            <a:pPr lvl="1"/>
            <a:r>
              <a:rPr lang="en-US"/>
              <a:t>Helping candidates to showcase their potential and make it easier to find a job</a:t>
            </a:r>
          </a:p>
          <a:p>
            <a:pPr lvl="1"/>
            <a:r>
              <a:rPr lang="en-US"/>
              <a:t>Helping recruiters quickly find and evaluate the appropriate candidates.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6AAAAD-A223-C083-B1E8-76F6EEBE7A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1" y="1553747"/>
            <a:ext cx="5851490" cy="3344838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F03AADD-A4FE-4CE8-944C-3F9C9777F0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All data is stored using </a:t>
            </a:r>
            <a:r>
              <a:rPr lang="en-US" i="1" dirty="0" err="1"/>
              <a:t>localStorage</a:t>
            </a:r>
            <a:r>
              <a:rPr lang="en-US" i="1" dirty="0"/>
              <a:t>.</a:t>
            </a:r>
          </a:p>
          <a:p>
            <a:pPr lvl="1"/>
            <a:r>
              <a:rPr lang="en-US" sz="2000" dirty="0"/>
              <a:t>The data is only available on the current device and browser</a:t>
            </a:r>
          </a:p>
          <a:p>
            <a:pPr lvl="1"/>
            <a:r>
              <a:rPr lang="en-US" sz="2000" dirty="0"/>
              <a:t>Cannot log in from another device</a:t>
            </a:r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D2015EF9-309F-68C0-9ED1-36A3E1DA8D8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23962" t="-353" r="3457" b="355"/>
          <a:stretch>
            <a:fillRect/>
          </a:stretch>
        </p:blipFill>
        <p:spPr>
          <a:xfrm>
            <a:off x="5667270" y="786181"/>
            <a:ext cx="5864329" cy="5393036"/>
          </a:xfrm>
          <a:prstGeom prst="rect">
            <a:avLst/>
          </a:prstGeom>
          <a:noFill/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91EF53E3-F88C-4203-A489-8C9D57513D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</p:spPr>
        <p:txBody>
          <a:bodyPr>
            <a:normAutofit/>
          </a:bodyPr>
          <a:lstStyle/>
          <a:p>
            <a:r>
              <a:rPr lang="en-US" sz="3000"/>
              <a:t>Data Storage Approach</a:t>
            </a:r>
          </a:p>
        </p:txBody>
      </p:sp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DF79945-F2B0-3F49-442B-46793BA78C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089" y="68263"/>
            <a:ext cx="10067821" cy="62420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1000701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FEB2878-B54C-6182-045B-07BB3AB96B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089" y="68263"/>
            <a:ext cx="10067821" cy="62420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4741146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12AE024-7C12-7807-576F-33304DEABC2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313F96C-AF58-4B7D-52B3-435A87588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6244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Geometric Presentation">
      <a:dk1>
        <a:sysClr val="windowText" lastClr="000000"/>
      </a:dk1>
      <a:lt1>
        <a:sysClr val="window" lastClr="FFFFFF"/>
      </a:lt1>
      <a:dk2>
        <a:srgbClr val="44546A"/>
      </a:dk2>
      <a:lt2>
        <a:srgbClr val="ACCBF9"/>
      </a:lt2>
      <a:accent1>
        <a:srgbClr val="5C83C4"/>
      </a:accent1>
      <a:accent2>
        <a:srgbClr val="2C599D"/>
      </a:accent2>
      <a:accent3>
        <a:srgbClr val="1A3B70"/>
      </a:accent3>
      <a:accent4>
        <a:srgbClr val="FA6F1A"/>
      </a:accent4>
      <a:accent5>
        <a:srgbClr val="11224E"/>
      </a:accent5>
      <a:accent6>
        <a:srgbClr val="9D90A0"/>
      </a:accent6>
      <a:hlink>
        <a:srgbClr val="9454C3"/>
      </a:hlink>
      <a:folHlink>
        <a:srgbClr val="3EBBF0"/>
      </a:folHlink>
    </a:clrScheme>
    <a:fontScheme name="Custom 147">
      <a:majorFont>
        <a:latin typeface="Corbel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tf16411253_LW_v2" id="{C590A786-F65F-42F6-9E48-12C78E3C86B3}" vid="{FEE92C9D-6350-4ECD-87A4-004D12BB2B1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Geometric presentation</Template>
  <TotalTime>340</TotalTime>
  <Words>80</Words>
  <Application>Microsoft Office PowerPoint</Application>
  <PresentationFormat>Widescreen</PresentationFormat>
  <Paragraphs>18</Paragraphs>
  <Slides>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Wingdings</vt:lpstr>
      <vt:lpstr>Office Theme</vt:lpstr>
      <vt:lpstr>A Smart Hiring &amp; Portfolio Platform</vt:lpstr>
      <vt:lpstr>Overview</vt:lpstr>
      <vt:lpstr>Data Storage Approach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Hoang Minh Tam Nguyen</dc:creator>
  <cp:lastModifiedBy>Hoang Minh Tam Nguyen</cp:lastModifiedBy>
  <cp:revision>1</cp:revision>
  <dcterms:created xsi:type="dcterms:W3CDTF">2026-04-15T16:41:55Z</dcterms:created>
  <dcterms:modified xsi:type="dcterms:W3CDTF">2026-04-17T19:03:42Z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